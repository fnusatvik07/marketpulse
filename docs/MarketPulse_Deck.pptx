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title.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why.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experience.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architecture.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memory.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summarization.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