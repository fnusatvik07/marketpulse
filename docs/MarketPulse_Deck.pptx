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title.q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why.q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experience.q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architecture.q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memory.q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summarization.q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